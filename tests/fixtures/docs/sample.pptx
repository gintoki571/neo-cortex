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Session cache ownership</a:t>
            </a:r>
          </a:p>
        </p:txBody>
      </p:sp>
      <p:sp>
        <p:nvSpPr>
          <p:cNvPr id="3" name="Content 2"/>
          <p:cNvSpPr/>
          <p:nvPr/>
        </p:nvSpPr>
        <p:spPr/>
        <p:txBody>
          <a:bodyPr/>
          <a:p>
            <a:r>
              <a:t>Noor Haddad owns session-cache.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457200" y="2286000"/>
          <a:ext cx="6000000" cy="74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370000">
                <a:tc>
                  <a:txBody>
                    <a:bodyPr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70000">
                <a:tc>
                  <a:txBody>
                    <a:bodyPr/>
                    <a:p>
                      <a:r>
                        <a:t>session-cache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t>stable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